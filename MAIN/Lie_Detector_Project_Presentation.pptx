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55407"/>
            <a:ext cx="7772400" cy="2745044"/>
          </a:xfrm>
        </p:spPr>
        <p:txBody>
          <a:bodyPr/>
          <a:lstStyle/>
          <a:p>
            <a:r>
              <a:rPr dirty="0">
                <a:solidFill>
                  <a:srgbClr val="002060"/>
                </a:solidFill>
                <a:latin typeface="Arial Black" panose="020B0A04020102020204" pitchFamily="34" charset="0"/>
              </a:rPr>
              <a:t>Lie Detector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NAME- Arman Ashutosh</a:t>
            </a:r>
          </a:p>
          <a:p>
            <a:r>
              <a:rPr lang="en-IN" dirty="0">
                <a:solidFill>
                  <a:srgbClr val="00B0F0"/>
                </a:solidFill>
              </a:rPr>
              <a:t>SAP ID- 590026401</a:t>
            </a:r>
          </a:p>
          <a:p>
            <a:r>
              <a:rPr lang="en-IN" dirty="0">
                <a:solidFill>
                  <a:srgbClr val="00B0F0"/>
                </a:solidFill>
              </a:rPr>
              <a:t>Subject: Programming in C</a:t>
            </a:r>
            <a:endParaRPr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4">
                    <a:lumMod val="50000"/>
                  </a:schemeClr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>
                <a:solidFill>
                  <a:srgbClr val="00B0F0"/>
                </a:solidFill>
              </a:rPr>
              <a:t>Simple lie detector simulation using C.</a:t>
            </a:r>
          </a:p>
          <a:p>
            <a:r>
              <a:rPr dirty="0">
                <a:solidFill>
                  <a:srgbClr val="00B0F0"/>
                </a:solidFill>
              </a:rPr>
              <a:t>Checks correctness and response time.</a:t>
            </a:r>
          </a:p>
          <a:p>
            <a:r>
              <a:rPr dirty="0">
                <a:solidFill>
                  <a:srgbClr val="00B0F0"/>
                </a:solidFill>
              </a:rPr>
              <a:t>Marks answers as truthful or suspicious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2060"/>
                </a:solidFill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>
                <a:solidFill>
                  <a:srgbClr val="00B0F0"/>
                </a:solidFill>
              </a:rPr>
              <a:t>Develop a lie detection simulation.</a:t>
            </a:r>
          </a:p>
          <a:p>
            <a:r>
              <a:rPr dirty="0">
                <a:solidFill>
                  <a:srgbClr val="00B0F0"/>
                </a:solidFill>
              </a:rPr>
              <a:t>Compare answers with expected truth.</a:t>
            </a:r>
          </a:p>
          <a:p>
            <a:r>
              <a:rPr dirty="0">
                <a:solidFill>
                  <a:srgbClr val="00B0F0"/>
                </a:solidFill>
              </a:rPr>
              <a:t>Measure response time for each question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2060"/>
                </a:solidFill>
              </a:rPr>
              <a:t>Flowchart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5407D4-DA72-6D31-81DB-75E398B8CC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2155" y="1600200"/>
            <a:ext cx="5928851" cy="4908755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65723-214A-D2FE-8708-521BF7B09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/>
              <a:t>OUTPUT: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C3B969-F30C-E94B-1EEF-3DF5CD8A5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42" y="1417638"/>
            <a:ext cx="7335448" cy="474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868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2060"/>
                </a:solidFill>
              </a:rP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>
                <a:solidFill>
                  <a:srgbClr val="00B0F0"/>
                </a:solidFill>
              </a:rPr>
              <a:t>Multiple questions.</a:t>
            </a:r>
          </a:p>
          <a:p>
            <a:r>
              <a:rPr dirty="0">
                <a:solidFill>
                  <a:srgbClr val="00B0F0"/>
                </a:solidFill>
              </a:rPr>
              <a:t>Response-time measurement.</a:t>
            </a:r>
          </a:p>
          <a:p>
            <a:r>
              <a:rPr dirty="0">
                <a:solidFill>
                  <a:srgbClr val="00B0F0"/>
                </a:solidFill>
              </a:rPr>
              <a:t>Suspicion detection.</a:t>
            </a:r>
          </a:p>
          <a:p>
            <a:r>
              <a:rPr dirty="0">
                <a:solidFill>
                  <a:srgbClr val="00B0F0"/>
                </a:solidFill>
              </a:rPr>
              <a:t>Clear final summary.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00206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>
                <a:solidFill>
                  <a:srgbClr val="00B0F0"/>
                </a:solidFill>
              </a:rPr>
              <a:t>Successfully simulates basic lie detection.</a:t>
            </a:r>
          </a:p>
          <a:p>
            <a:r>
              <a:rPr dirty="0">
                <a:solidFill>
                  <a:srgbClr val="00B0F0"/>
                </a:solidFill>
              </a:rPr>
              <a:t>Educational and useful for beginners in C.</a:t>
            </a:r>
          </a:p>
          <a:p>
            <a:r>
              <a:rPr dirty="0">
                <a:solidFill>
                  <a:srgbClr val="00B0F0"/>
                </a:solidFill>
              </a:rPr>
              <a:t>Demonstrates strings, timing, and logic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95</Words>
  <Application>Microsoft Office PowerPoint</Application>
  <PresentationFormat>On-screen Show (4:3)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Lie Detector Project</vt:lpstr>
      <vt:lpstr>Introduction</vt:lpstr>
      <vt:lpstr>Objectives</vt:lpstr>
      <vt:lpstr>Flowchart</vt:lpstr>
      <vt:lpstr>OUTPUT:</vt:lpstr>
      <vt:lpstr>Features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Arman Ashutosh</cp:lastModifiedBy>
  <cp:revision>2</cp:revision>
  <dcterms:created xsi:type="dcterms:W3CDTF">2013-01-27T09:14:16Z</dcterms:created>
  <dcterms:modified xsi:type="dcterms:W3CDTF">2025-12-01T08:23:11Z</dcterms:modified>
  <cp:category/>
</cp:coreProperties>
</file>